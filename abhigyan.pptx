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2"/>
  </p:notesMasterIdLst>
  <p:handoutMasterIdLst>
    <p:handoutMasterId r:id="rId13"/>
  </p:handoutMasterIdLst>
  <p:sldIdLst>
    <p:sldId id="312" r:id="rId5"/>
    <p:sldId id="304" r:id="rId6"/>
    <p:sldId id="324" r:id="rId7"/>
    <p:sldId id="281" r:id="rId8"/>
    <p:sldId id="325" r:id="rId9"/>
    <p:sldId id="282" r:id="rId10"/>
    <p:sldId id="326" r:id="rId11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388" autoAdjust="0"/>
  </p:normalViewPr>
  <p:slideViewPr>
    <p:cSldViewPr snapToGrid="0" snapToObjects="1">
      <p:cViewPr varScale="1">
        <p:scale>
          <a:sx n="91" d="100"/>
          <a:sy n="91" d="100"/>
        </p:scale>
        <p:origin x="322" y="6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bh ~" userId="80a032cf3bc039a8" providerId="LiveId" clId="{E62868A4-9090-4766-B59E-F5639462AEF1}"/>
    <pc:docChg chg="modSld sldOrd">
      <pc:chgData name="Rishabh ~" userId="80a032cf3bc039a8" providerId="LiveId" clId="{E62868A4-9090-4766-B59E-F5639462AEF1}" dt="2026-02-14T19:48:42.197" v="1"/>
      <pc:docMkLst>
        <pc:docMk/>
      </pc:docMkLst>
      <pc:sldChg chg="ord">
        <pc:chgData name="Rishabh ~" userId="80a032cf3bc039a8" providerId="LiveId" clId="{E62868A4-9090-4766-B59E-F5639462AEF1}" dt="2026-02-14T19:48:42.197" v="1"/>
        <pc:sldMkLst>
          <pc:docMk/>
          <pc:sldMk cId="3015894750" sldId="32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Explain It Like </a:t>
            </a:r>
            <a:br>
              <a:rPr lang="en-US" dirty="0"/>
            </a:br>
            <a:r>
              <a:rPr lang="en-US" dirty="0"/>
              <a:t>I’m 10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IN" dirty="0"/>
              <a:t>Problem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FFA02D-50DC-F61E-DB7C-7613F85EF6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3108342"/>
            <a:ext cx="583873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students find concepts difficult to understand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Explanations are often too technical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Beginners need simpler explanations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5BC65E-768B-F317-5883-8A4F9886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A9D289-7594-0D0A-B407-836432261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894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4706224" cy="595356"/>
          </a:xfrm>
        </p:spPr>
        <p:txBody>
          <a:bodyPr/>
          <a:lstStyle/>
          <a:p>
            <a:r>
              <a:rPr lang="en-US" dirty="0"/>
              <a:t>How it work 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DFA2F4-74F4-9D2B-9EEC-BC642C6617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399" y="2360581"/>
            <a:ext cx="442099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enters topic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processes input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generated in simple form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3A99AA7B-A30C-B0C7-DF3F-87D84F171D4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542" b="542"/>
          <a:stretch>
            <a:fillRect/>
          </a:stretch>
        </p:blipFill>
        <p:spPr>
          <a:prstGeom prst="rect">
            <a:avLst/>
          </a:prstGeom>
          <a:solidFill>
            <a:srgbClr val="AAC3E8"/>
          </a:solidFill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45C262-6C3D-E390-DC2A-180442F4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392128-2DDA-9B18-0C82-CC7AE412A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23" y="844808"/>
            <a:ext cx="4570179" cy="39704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DD1C33-74A3-4E79-4537-91F91EA29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797" y="857490"/>
            <a:ext cx="4435567" cy="3957791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145C3AC5-EAC5-7000-18D8-431371D59435}"/>
              </a:ext>
            </a:extLst>
          </p:cNvPr>
          <p:cNvSpPr/>
          <p:nvPr/>
        </p:nvSpPr>
        <p:spPr>
          <a:xfrm>
            <a:off x="5041783" y="2642532"/>
            <a:ext cx="595619" cy="5285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539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Future improvement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7DB7FD-B711-6257-643C-60F19388A137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460750" y="3036432"/>
            <a:ext cx="385554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Age-based explanations (5, 10, 18)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 explanations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Multi-language support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 version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E310A-52BD-78DC-C082-8D4151852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8401468" cy="3397280"/>
          </a:xfrm>
        </p:spPr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80AB0-1930-52E9-57D6-950739190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C8813E-552B-33A9-22EE-F74A471BE245}"/>
              </a:ext>
            </a:extLst>
          </p:cNvPr>
          <p:cNvSpPr/>
          <p:nvPr/>
        </p:nvSpPr>
        <p:spPr>
          <a:xfrm>
            <a:off x="4231547" y="2214694"/>
            <a:ext cx="507184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18975142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{1BD78412-58E9-4E50-9157-17C1011221A2}TF8a9b5915-b8c7-461e-8cdd-693d48b5e32371f7b7e2_win32-4bf0b9a2ea37</Template>
  <TotalTime>150</TotalTime>
  <Words>64</Words>
  <Application>Microsoft Office PowerPoint</Application>
  <PresentationFormat>Widescreen</PresentationFormat>
  <Paragraphs>28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Sabon Next LT</vt:lpstr>
      <vt:lpstr>Custom</vt:lpstr>
      <vt:lpstr>Explain It Like  I’m 10</vt:lpstr>
      <vt:lpstr>Problem</vt:lpstr>
      <vt:lpstr>PowerPoint Presentation</vt:lpstr>
      <vt:lpstr>How it work ?</vt:lpstr>
      <vt:lpstr>PowerPoint Presentation</vt:lpstr>
      <vt:lpstr>Future improvement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Rishabh ~</dc:creator>
  <cp:lastModifiedBy>Rishabh ~</cp:lastModifiedBy>
  <cp:revision>1</cp:revision>
  <dcterms:created xsi:type="dcterms:W3CDTF">2026-02-14T16:42:29Z</dcterms:created>
  <dcterms:modified xsi:type="dcterms:W3CDTF">2026-02-14T19:48:52Z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